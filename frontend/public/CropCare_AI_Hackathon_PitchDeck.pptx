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114800" cy="411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🌱 HACKATHON &amp; IDEATHON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CropCare AI</a:t>
            </a:r>
          </a:p>
          <a:p>
            <a:pPr>
              <a:spcBef>
                <a:spcPts val="600"/>
              </a:spcBef>
              <a:defRPr sz="2000">
                <a:solidFill>
                  <a:srgbClr val="CBD5E1"/>
                </a:solidFill>
              </a:defRPr>
            </a:pPr>
            <a:r>
              <a:t>AI-Driven Crop Disease Diagnosis &amp; Farmer Advisory System</a:t>
            </a:r>
          </a:p>
          <a:p>
            <a:pPr>
              <a:spcBef>
                <a:spcPts val="400"/>
              </a:spcBef>
              <a:defRPr sz="1400" i="1">
                <a:solidFill>
                  <a:srgbClr val="16A34A"/>
                </a:solidFill>
              </a:defRPr>
            </a:pPr>
            <a:r>
              <a:t>"Detect Early. Protect Crops. Empower Farmers."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PROJECT TEAM &amp; LEADERSHIP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👑 Team Leader: Ram raghuvir Roy  (AI Architecture &amp; Full Stack Development)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👥 Team Mate: Anurag kumar Ray  (Cloud Infrastructure, Database &amp; Backend API)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👥 Team Mate: Keshav kumar jha  (Agronomy Dataset, Disease Research &amp; UI/UX)</a:t>
            </a:r>
          </a:p>
          <a:p>
            <a:pPr>
              <a:spcBef>
                <a:spcPts val="800"/>
              </a:spcBef>
              <a:defRPr sz="1100">
                <a:solidFill>
                  <a:srgbClr val="16A34A"/>
                </a:solidFill>
              </a:defRPr>
            </a:pPr>
            <a:r>
              <a:t>🌐 Live Application: https://royanurag959-tech.github.io/CropCareAI/  |  GitHub: github.com/royanurag959-tech/CropCareAI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Problem: The Agricultural Disease Crisis in India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Smallholder farmers suffer catastrophic crop losses due to lack of timely, accessible diagnostic expertise.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Severe Crop Losses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30-35% Annual Losses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Indian farmers lose ~₹2 Lakh Crore ($29B) annually to preventable crop fungal, bacterial, and pest diseases.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Expertise Gap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1 Expert : 1,200 Farmers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Critical shortage of agricultural extension officers in rural blocks, causing 5-10 day delays before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Poor Rural Connectivity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No Signal in Remote Fields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Most modern agritech apps fail because they require high-speed 4G/5G, which is absent on actual farmland.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Wrong Treatment Usage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Misuse of Chemicals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Without accurate identification, farmers overuse expensive chemical pesticides, degrading soil and wasting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Our Solution: The 4-Step CropCare AI Lifecycle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 complete, practical agricultural care system engineered specifically for real-world farming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1. DETECT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Instant Visual AI Scan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Farmer snaps leaf photo. Deep learning model identifies disease with 94%+ accuracy in under 1 second.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2. EXPLAIN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Root-Cause Analysis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Answers 'Why did this happen?' based on weather, excess moisture, soil humidity, and leaf wetness.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3. SOLVE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Dual Treatment Steps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Immediate organic remedies (Neem oil, biocontrol) alongside regulated chemical fungicide dosages.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72C"/>
                </a:solidFill>
              </a:defRPr>
            </a:pPr>
            <a:r>
              <a:t>4. PREVENT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Long-Term Protection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Crop rotation guidelines, resistant seed varieties, and soil care to stop recurrence next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Technical Architecture &amp; Rural Inclusivity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Robust offline-first architecture designed to operate seamlessly across all digital divides.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Multi-Tier AI Inference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Edge Model: Lightweight MobileNet quantized for real-time in-browser inference (TensorFlow.js).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Cloud Ensemble: High-resolution Vision Transformer backup when online connectivity is detected.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Latency: Sub-second analysis on mid-range smartphones.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474720" cy="43891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100% Offline Capability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PWA Architecture: Pre-cached service workers and offline asset bundles.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IndexedDB: Stores farmer scan history, photos, and prescriptions on-device.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Auto-Sync: Silently uploads stored records when phone reconnects to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74720" cy="43891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Universal Access &amp; Telecom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Hindi + English vernacular interface with high-contrast buttons for sunlight visibility.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IVR Voice &amp; SMS Helpline (51969) simulator for farmers with basic button keypad phones.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Krishi Mitra batch portal for village extension workers.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Live Platform Demonstration &amp; Verification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Tested and validated across real crop leaves, mobile browsers, and desktop environments.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Verified End-to-End User Flow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1: Crop Selection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Farmer picks crop (Tomato, Potato, Rice, Corn, Apple, Wheat, Cotton).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2: Instant Leaf Scan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Camera captures leaf photo or uploads from device gallery.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3: AI Diagnosis Result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Outputs disease name, 94% confidence score, and severity indicator.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4: Root Cause Breakdown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Explains correlation between recent rain, humidity, and pathogen growth.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5: Actionable Solutions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Provides chemical dosages (Mancozeb/Copper) and organic alternatives.</a:t>
            </a:r>
          </a:p>
        </p:txBody>
      </p:sp>
      <p:pic>
        <p:nvPicPr>
          <p:cNvPr id="6" name="Picture 5" descr="media_1789491310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2148840" cy="4572000"/>
          </a:xfrm>
          <a:prstGeom prst="rect">
            <a:avLst/>
          </a:prstGeom>
        </p:spPr>
      </p:pic>
      <p:pic>
        <p:nvPicPr>
          <p:cNvPr id="7" name="Picture 6" descr="media_17894913277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645920"/>
            <a:ext cx="2148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Business Model &amp; Rural Deployment Strategy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Free baseline service for farmers paired with enterprise data monetization.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4748B"/>
                </a:solidFill>
              </a:defRPr>
            </a:pPr>
            <a:r>
              <a:t>Free Farmer Tier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</a:defRPr>
            </a:pPr>
            <a:r>
              <a:t>₹0 /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Free unlimited offline basic scans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Dual treatment (organic + chemical)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Builds farmer grassroots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CropCare Plus / Voice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</a:defRPr>
            </a:pPr>
            <a:r>
              <a:t>₹49 /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Voice audio readout in Hindi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SMS weather &amp; disease alert push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Priority agronomy review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Krishi Mitra / FPO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</a:defRPr>
            </a:pPr>
            <a:r>
              <a:t>₹199 /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Batch scan tools for field workers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Offline village register sync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Exportable PDF prescriptions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72C"/>
                </a:solidFill>
              </a:defRPr>
            </a:pPr>
            <a:r>
              <a:t>B2B Outbreak Heatmap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</a:defRPr>
            </a:pPr>
            <a:r>
              <a:t>Enterprise License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District-level disease spread API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Crop yield forecast data for NGOs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Agrochemical supply chain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Meet the Project Team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 dedicated 3-member team combining AI engineering, cloud deployment, and agricultural domain research.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Ram raghuvir Roy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👑 Team Leader &amp; AI Architect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Key Contributions: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Project lead and overall system architecture.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Trained and optimized the vision model for crop disease classification.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Implemented frontend React application and multi-tier diagnosis pipeline.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Engineered the offline PWA service worker and indexed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Anurag kumar Ray</a:t>
            </a:r>
          </a:p>
          <a:p>
            <a:pPr>
              <a:spcBef>
                <a:spcPts val="400"/>
              </a:spcBef>
              <a:defRPr sz="1200" b="1">
                <a:solidFill>
                  <a:srgbClr val="2563EB"/>
                </a:solidFill>
              </a:defRPr>
            </a:pPr>
            <a:r>
              <a:t>👥 Co-Lead &amp; Cloud/Backend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Key Contributions: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Designed backend API architecture and cloud database schema.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Configured continuous deployment pipelines (GitHub Actions &amp; Vercel).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Implemented data synchronization protocols for offline-to-cloud transfers.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Integrated the telecom IVR &amp; SMS communication simulator.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Keshav kumar jha</a:t>
            </a:r>
          </a:p>
          <a:p>
            <a:pPr>
              <a:spcBef>
                <a:spcPts val="400"/>
              </a:spcBef>
              <a:defRPr sz="1200" b="1">
                <a:solidFill>
                  <a:srgbClr val="D97706"/>
                </a:solidFill>
              </a:defRPr>
            </a:pPr>
            <a:r>
              <a:t>👥 Agronomy &amp; UX Design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Key Contributions: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Curated and validated agricultural plant pathology datasets across 14 crops.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Formulated localized organic and chemical treatment recommendations.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Designed bilingual Hindi-English user interface tailored for rural farmers.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Conducted farmer usability and accessibility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Roadmap &amp; Nationwide Agritech Vision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Scaling from a hackathon prototype to an impactful agricultural public lifeline.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237744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Phase 1: Present (Live)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Deployed live web PWA with 7 crops, offline inference, bilingual Hindi UI, and IVR simulator.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60320" cy="237744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Phase 2: Telecom Integration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Partner with rural telecom providers (BSNL/Kisan Call Centers) for toll-free voice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60320" cy="237744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Phase 3: Drone &amp; Satellite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Satellite vegetation index (NDVI) overlay and drone survey kits for village FPO cooperatives.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560320" cy="237744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Phase 4: Ecosystem Scale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Direct tie-up with Ministry of Agriculture &amp; fertilizer subsidy verification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"Our mission is simple: zero crop loss from preventable plant diseases for 140 Million Indian farmers."</a:t>
            </a:r>
          </a:p>
          <a:p>
            <a:pPr algn="ctr">
              <a:spcBef>
                <a:spcPts val="600"/>
              </a:spcBef>
              <a:defRPr sz="1300">
                <a:solidFill>
                  <a:srgbClr val="D97706"/>
                </a:solidFill>
              </a:defRPr>
            </a:pPr>
            <a:r>
              <a:t>Team: Ram raghuvir Roy (Lead) | Anurag kumar Ray | Keshav kumar jha</a:t>
            </a:r>
          </a:p>
          <a:p>
            <a:pPr algn="ctr">
              <a:spcBef>
                <a:spcPts val="400"/>
              </a:spcBef>
              <a:defRPr sz="1100">
                <a:solidFill>
                  <a:srgbClr val="16A34A"/>
                </a:solidFill>
              </a:defRPr>
            </a:pPr>
            <a:r>
              <a:t>Live Demo: https://royanurag959-tech.github.io/CropCareAI/  |  Repository: github.com/royanurag959-tech/CropCareAI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
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840480" cy="4572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🌱 AI-POWERED AGRITECH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CropCare AI</a:t>
            </a:r>
          </a:p>
          <a:p>
            <a:pPr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"Detect Early. Protect Crops. Empower Farmers."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7132320" cy="1188720"/>
          </a:xfrm>
          <a:prstGeom prst="round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CORE MISSION PIPELINE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Detect  ➔  Explain  ➔  Solve  ➔  Prevent  ➔  Consult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🚀 Online Hackathon Submission 2026  |  Team CropCare AI  |  Live Web &amp; Offline PWA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00400" cy="43891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mple_tomato_b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283464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45720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Tomato Foliar Blight</a:t>
            </a:r>
          </a:p>
          <a:p>
            <a:pPr>
              <a:defRPr sz="1100">
                <a:solidFill>
                  <a:srgbClr val="16A34A"/>
                </a:solidFill>
              </a:defRPr>
            </a:pPr>
            <a:r>
              <a:t>94% Confidence Match • Instant Diagnosis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Real-World Crisis in Indian Agriculture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Why smallholder farmers lose over 30-40% of their harvest every season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🚨 Late Diagnosis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30% - 40% foliar and crop damage occurs before a farmer can even identify the infection, making recovery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👨‍🌾 Scarcity of Experts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Extreme deficit in agricultural extension: ~1 extension officer available for every 1,162 farm holdings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📶 The Digital Divide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55%+ of rural farm acreage sits in connectivity dead-zones; over 40% of smallholders only carry basic feature phones.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❓ Zero Explainability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Existing ML tools act like black-boxes (stating 'Tomato Blight'), without explaining 'Why did this happen?' or how to stop recurrence.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🗣️ Language Barrier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English-only interfaces create a massive trust and comprehension barrier for regional, Hindi-speaking rural farming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Who We Serve — Massive Addressable Market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Designed from the ground up for grassroots Indian agrarian demographics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A34A"/>
                </a:solidFill>
              </a:defRPr>
            </a:pPr>
            <a:r>
              <a:t>140M+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Indian Smallholder Farmers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Depend on daily crop health for livelihood survival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1 : 1,162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Extension Officer Ratio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Severe shortage of certified agronomists in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7706"/>
                </a:solidFill>
              </a:defRPr>
            </a:pPr>
            <a:r>
              <a:t>55%+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Acreage in Dead-Zones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Requires complete offline edge computational 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A34A"/>
                </a:solidFill>
              </a:defRPr>
            </a:pPr>
            <a:r>
              <a:t>40%+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Basic Phone Users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Served via our 1800 IVR Voice &amp; 51969 SMS helpline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🌾 Holistic Agri-Ecosystem Engagement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Village CSC Operators (Krishi Mitra): Local village youth run assisted diagnostics on behalf of elderly non-tech farmers.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• Farmer Producer Organizations (FPOs): Aggregate district crop health trends and disease outbreak hot-spots.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• Certified Agronomists: On-demand video/audio consultation marketplace monetized via 80/20 revenue share.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Our Solution — The 4-Step Full Lifecyle Pipeline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 transformative paradigm shift from mere prediction to comprehensive remediation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1. DETECT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Instant AI Vision in &lt;2s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Identifies pathogen lesions across Tomato, Potato, Rice, Corn, Apple, Wheat, Cotton with 94%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2. EXPLAIN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Explainable AI (Causal)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Correlates weather, moisture, canopy density and soil splash to tell the farmer 'Why did it happen?'.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3. SOLVE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Actionable Triage Protocol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Delivers immediate organic home-remedies (Neem oil), biological controls, and safe chemical doses.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4. PREVENT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Next-Season Resilience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Prescribes crop rotation schedules, resistant hybrid varieties, and cultural spacing strategies.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Platform Capabilities &amp; Innovations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Built specifically to overcome real field constraints faced by Indian farmers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🌱 Precision Multi-Crop Vision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Instant detection across Tomato, Potato, Rice, Apple, Corn, Wheat, and Cotton crops.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🧠 Causal Explainable AI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Proprietary heuristic engine breaking down humidity, wet foliage, and airflow causes.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📱 100% Offline-First PWA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Operates with zero internet connectivity via IndexedDB and Service Worker background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📞 1800 IVR Voice Helpline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Interactive Voice Response system delivering automated audio advisories in Hindi and English.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💬 51969 SMS Assistant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Lightweight short-code SMS query system supporting 2G feature phones without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🤝 Krishi Mitra Field Portal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Enables village CSC operators to scan and print localized prescription receipts for farmers.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🌐 Bilingual UI &amp; Native Voice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Seamless English / Hindi toggle with native agricultural terminology and speech playback.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3035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4406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Safety Confidence Guardrails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Automatic triage fallback requiring clearer photo if visual confidence falls below 70%.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Robust, Production-Ready Technical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Scalable, resilient stack built with modern full-stack web and edge computing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7315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Frontend &amp; PWA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React 18 (SPA Architecture)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Vite 5 (Sub-second HMR &amp; Bundling)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Tailwind CSS (Responsive Mobile-first UI)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Service Worker (CacheStorage &amp; Offline Assets)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IndexedDB (Client-side Scan Queue &amp; Storage)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7315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Backend API &amp;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FastAPI (Python 3.11 High-throughput Async)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SQLAlchemy 2.0 ORM &amp; Connection Pooling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Serverless PostgreSQL (Neon Cloud DB)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Uvicorn ASGI Server with Multi-worker scaling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JWT Authentication &amp; Passlib Bcrypt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73152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 / ML &amp; Edge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Computer Vision Feature Extraction Engine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On-Device Heuristic Fallback Classifier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Explainability Decision Tree Matrix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Confidence Scoring &amp; Ambiguity Gateways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Docker Containerization &amp; GitHub Actions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Competitive Advantage — Why CropCare AI Wins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Benchmark comparison against standard single-purpose disease scanners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319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Core Capability</a:t>
                      </a:r>
                    </a:p>
                  </a:txBody>
                  <a:tcPr>
                    <a:solidFill>
                      <a:srgbClr val="0B1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Standard Plant Scanners</a:t>
                      </a:r>
                    </a:p>
                  </a:txBody>
                  <a:tcPr>
                    <a:solidFill>
                      <a:srgbClr val="0B1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CropCare AI Platform 🏆</a:t>
                      </a:r>
                    </a:p>
                  </a:txBody>
                  <a:tcPr>
                    <a:solidFill>
                      <a:srgbClr val="0B172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Diagnostic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Single disease label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Detect ➔ Explain ➔ Solve ➔ Prevent Pipeline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Explainable AI (Causal)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❌ Black-box (No explanation)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✅ Identifies microclimate root causes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Offline 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❌ Requires continuous 4G/WiFi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✅ 100% Offline PWA + auto-sync queue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Non-Smartphone Support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❌ Smartphones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✅ IVR Toll-Free 1800 + SMS 51969 helpline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Field Worker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❌ No CSC/Field operator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✅ Krishi Mitra Assisted Diagnosis Portal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Language Support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English only / Machine translated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✅ Native Hindi &amp; English dual toggle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Agronomist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❌ No expert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532D"/>
                          </a:solidFill>
                        </a:defRPr>
                      </a:pPr>
                      <a:r>
                        <a:t>✅ 80/20 Revenue-Share Expert Marketplace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Sustainable &amp; Scalable Monetization Model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Empowering farmers with affordable tiering while capturing high-margin enterprise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Free Farmer Tier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</a:defRPr>
            </a:pPr>
            <a:r>
              <a:t>₹0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5 High-precision scans per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Full root-cause explainability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Complete offline emergency diagnosis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Builds farmer grassroots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CropCare Plus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</a:defRPr>
            </a:pPr>
            <a:r>
              <a:t>₹49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50 Comprehensive scans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Voice audio readout in Hindi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Priority expert review routing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Automated disease alert SMS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CropCare Pro / FPO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</a:defRPr>
            </a:pPr>
            <a:r>
              <a:t>₹99 / Month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500 Scans / month for farms &amp; CSCs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Batch scan upload for field workers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Direct agronomist chat triage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Printable prescription slips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72C"/>
                </a:solidFill>
              </a:defRPr>
            </a:pPr>
            <a:r>
              <a:t>B2B District Analytics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</a:defRPr>
            </a:pPr>
            <a:r>
              <a:t>Custom Enterprise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District-level disease heatmap API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Crop loss forecast dashboards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License to Agribusinesses &amp; NGOs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Targeted input distribution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Live Platform Demonstration &amp;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Validated in real field scenarios across desktop, mobile PWA, and offline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🎬 Step-by-Step Evaluation Walkthrough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1: Crop Selection: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Farmer selects crop (Tomato, Potato, Rice, Corn, Apple, Wheat, Cotton).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2: Instant Photo Capture: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Farmer captures leaf via mobile camera or uploads from device gallery.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3: Field Context Correlation: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Captures recent rainfall, irrigation schedule, and crop growth stage.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4: AI Diagnostic Result: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Displays Tomato Early Blight with 94% confidence match and severity indicator.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5: 'Why Did This Happen?':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Scientific root-cause analysis: High humidity, leaf wetness, dense canopy.</a:t>
            </a:r>
          </a:p>
          <a:p>
            <a:pPr>
              <a:spcBef>
                <a:spcPts val="800"/>
              </a:spcBef>
              <a:defRPr sz="1200" b="1">
                <a:solidFill>
                  <a:srgbClr val="14532D"/>
                </a:solidFill>
              </a:defRPr>
            </a:pPr>
            <a:r>
              <a:t>✔ Step 6: Step-by-step Remedies: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 Provides organic Neem spray, chemical fungicide doses, and prevention.</a:t>
            </a:r>
          </a:p>
        </p:txBody>
      </p:sp>
      <p:pic>
        <p:nvPicPr>
          <p:cNvPr id="6" name="Picture 5" descr="media_1789491310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2103120" cy="4389120"/>
          </a:xfrm>
          <a:prstGeom prst="rect">
            <a:avLst/>
          </a:prstGeom>
        </p:spPr>
      </p:pic>
      <p:pic>
        <p:nvPicPr>
          <p:cNvPr id="7" name="Picture 6" descr="media_17894913277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645920"/>
            <a:ext cx="2103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Roadmap &amp; Vision — Scaling Nationwide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From crop leaf diagnostics to India's unified grassroots agrarian lifeline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25603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Phase 1: Present (Live)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Multilingual PWA, on-device Edge AI, offline caching, and 7 supported crop disease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560320" cy="25603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Phase 2: Telecom Scale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Telco gateway integration (Exotel/BSNL) for 1800 IVR toll-free voice &amp; 51969 SMS in rural areas.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560320" cy="25603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Phase 3: Satellite &amp; Sensors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Sentinel-2 satellite NDVI index overlay and solar IoT micro-weather stations for microclimate forecasting.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560320" cy="25603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Phase 4: Autonomous Drones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Drone-based aerial surveying for FPO clusters, surveying 100+ acres in under 15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"CropCare AI is not just an image classifier — it is a complete agricultural lifeline: Detect ➔ Explain ➔ Solve ➔ Prevent ➔ Consult."</a:t>
            </a:r>
          </a:p>
          <a:p>
            <a:pPr algn="ctr">
              <a:spcBef>
                <a:spcPts val="600"/>
              </a:spcBef>
              <a:defRPr sz="1200">
                <a:solidFill>
                  <a:srgbClr val="16A34A"/>
                </a:solidFill>
              </a:defRPr>
            </a:pPr>
            <a:r>
              <a:t>Live Demo: https://royanurag959-tech.github.io/CropCareAI/  |  GitHub: github.com/royanurag959-tech/CropCareAI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